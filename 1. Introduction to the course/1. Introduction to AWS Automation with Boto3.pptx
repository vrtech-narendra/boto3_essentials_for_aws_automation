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9"/>
  </p:notesMasterIdLst>
  <p:sldIdLst>
    <p:sldId id="494" r:id="rId2"/>
    <p:sldId id="501" r:id="rId3"/>
    <p:sldId id="499" r:id="rId4"/>
    <p:sldId id="500" r:id="rId5"/>
    <p:sldId id="495" r:id="rId6"/>
    <p:sldId id="496" r:id="rId7"/>
    <p:sldId id="49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EF8AB-97B3-4A30-9842-019BC384869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C87C6-D617-403D-A424-5F68B4E85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903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EEE9-415F-A453-3B7F-6208F517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2CFFB-8EBE-543A-7DF8-8FC572C28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EF1F5-B4EC-4DA4-0849-F8BF36042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98FED-F5B0-B9B6-F96E-0E762AEF9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699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04900-5FDD-F5B7-E21D-08D94002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01750-2B55-3676-4023-39CD430E8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9A09A-CB76-A57A-A24C-2BB1D5F0A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7297A-8637-33BB-435E-A01A93673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660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7112-FB93-F8EA-39FD-6AAC83AC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82045-AC1B-C129-8231-E5567B190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A61FE-4360-BBBF-2DB9-ACA4F8F4F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992A-F3EF-145D-1AED-4FFB86A57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493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E5AB-2D7C-9558-E0B4-2E2B2433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96D7A-B830-AA0E-E234-F4D1FCB87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D2EAA-A762-4D3E-34C0-933AA030E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0ABD0-F0ED-09E8-90F2-E85E67FFD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79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C4CE1-08B0-486D-E42C-8626372E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3B1AA-5E03-28F6-B6B4-0AB6BE7A1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57D9A-F7D8-F5C0-5892-164F16BD6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F6650-D117-DDDA-EDFD-F9EE0289D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351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63DC-B239-F366-D766-E3A9727C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87B87-AC46-AB91-299E-EFF634721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7A894-F73B-AB1B-4075-4BDFA6CC1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703F9-D8A4-29FB-5C76-D37041728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216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9243-E95C-D3CC-D302-D6319502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31B26-9E7D-5640-C6C6-D105E2D4A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41EF5-88F0-C5A0-8202-AB234A5CA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88FD2-C8B9-6FEE-3A2D-1BE77E755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710AC-E790-4FE2-A2B6-6B001E4F6FC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82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52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93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3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7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3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62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5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0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84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17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17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2155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28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32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95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67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81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3F49FA8-84A9-4067-8A99-EC258BCA834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6CBFB-166A-4456-AE8C-DFCE0DB69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60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025E1-0196-F195-16A8-D4AE7FA5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7CDFD2-45CF-CC96-ECA9-4F0DCD24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568" y="3815231"/>
            <a:ext cx="9405783" cy="27615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D67406-F16A-46FF-63A6-A1E17BF4036F}"/>
              </a:ext>
            </a:extLst>
          </p:cNvPr>
          <p:cNvSpPr txBox="1"/>
          <p:nvPr/>
        </p:nvSpPr>
        <p:spPr>
          <a:xfrm>
            <a:off x="1" y="1500219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Python Boto3 Essentials for AWS Cloud Automation</a:t>
            </a:r>
          </a:p>
          <a:p>
            <a:pPr algn="ctr"/>
            <a:endParaRPr lang="en-US" dirty="0">
              <a:latin typeface="Consolas" panose="020B0609020204030204" pitchFamily="49" charset="0"/>
            </a:endParaRPr>
          </a:p>
          <a:p>
            <a:pPr algn="r"/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100" dirty="0">
                <a:latin typeface="Consolas" panose="020B0609020204030204" pitchFamily="49" charset="0"/>
              </a:rPr>
              <a:t>					</a:t>
            </a:r>
            <a:r>
              <a:rPr lang="en-US" sz="2800" dirty="0">
                <a:latin typeface="Consolas" panose="020B0609020204030204" pitchFamily="49" charset="0"/>
              </a:rPr>
              <a:t>VRTechnologies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EC8F58-36FC-740E-0759-9F2651CD9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533" y="4709425"/>
            <a:ext cx="1190062" cy="1006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A72D71-16E4-D142-A14E-8DA296AB0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686" y="4709424"/>
            <a:ext cx="1282581" cy="909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2529FA-9D94-C91D-288F-B5B2D3962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937" y="4558314"/>
            <a:ext cx="2385431" cy="13475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625F3F-918E-38D1-6280-2C7F76127917}"/>
              </a:ext>
            </a:extLst>
          </p:cNvPr>
          <p:cNvSpPr txBox="1"/>
          <p:nvPr/>
        </p:nvSpPr>
        <p:spPr>
          <a:xfrm>
            <a:off x="2004401" y="5709199"/>
            <a:ext cx="168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endParaRPr lang="en-IN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7B885-1471-83D9-AAEA-1FBA19B79981}"/>
              </a:ext>
            </a:extLst>
          </p:cNvPr>
          <p:cNvSpPr txBox="1"/>
          <p:nvPr/>
        </p:nvSpPr>
        <p:spPr>
          <a:xfrm>
            <a:off x="4722635" y="5709199"/>
            <a:ext cx="168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Boto3</a:t>
            </a:r>
            <a:endParaRPr lang="en-IN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6A02ED-F2C6-0EA5-ABDF-4B0A0A4BF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694042" y="4266625"/>
            <a:ext cx="999775" cy="18853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127601-35AE-3D7A-9C8D-ED6FC953C9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6637" y="4827588"/>
            <a:ext cx="793502" cy="66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1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CECE1-878F-EB55-14A3-EC13961D7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3715F4-B5BC-C475-0707-AD59AF4925FB}"/>
              </a:ext>
            </a:extLst>
          </p:cNvPr>
          <p:cNvSpPr txBox="1"/>
          <p:nvPr/>
        </p:nvSpPr>
        <p:spPr>
          <a:xfrm>
            <a:off x="0" y="1207539"/>
            <a:ext cx="121920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What is AWS Cloud Automation 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AWS Cloud Automation is the process of automating repetitive and manual tasks in the AWS Cloud using scripting languages and tools.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1600" dirty="0">
              <a:latin typeface="Consolas" panose="020B0609020204030204" pitchFamily="49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1600" dirty="0">
                <a:latin typeface="Consolas" panose="020B0609020204030204" pitchFamily="49" charset="0"/>
              </a:rPr>
              <a:t>Repetitive Tasks: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IN" sz="1400" dirty="0">
                <a:latin typeface="Consolas" panose="020B0609020204030204" pitchFamily="49" charset="0"/>
              </a:rPr>
              <a:t>Deleting unused EBS volumes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1400" dirty="0">
                <a:latin typeface="Consolas" panose="020B0609020204030204" pitchFamily="49" charset="0"/>
              </a:rPr>
              <a:t>Terminating idle or untagged EC2 instances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1400" dirty="0">
                <a:latin typeface="Consolas" panose="020B0609020204030204" pitchFamily="49" charset="0"/>
              </a:rPr>
              <a:t>Cleaning up unattached security groups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1400" dirty="0">
                <a:latin typeface="Consolas" panose="020B0609020204030204" pitchFamily="49" charset="0"/>
              </a:rPr>
              <a:t>Cleaning up old Lambda function versions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IN" sz="1400" dirty="0">
                <a:latin typeface="Consolas" panose="020B0609020204030204" pitchFamily="49" charset="0"/>
              </a:rPr>
              <a:t>Sending resource usage reports via email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IN" sz="1400" dirty="0">
                <a:latin typeface="Consolas" panose="020B0609020204030204" pitchFamily="49" charset="0"/>
              </a:rPr>
              <a:t>Creating AMIs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1400" dirty="0">
                <a:latin typeface="Consolas" panose="020B0609020204030204" pitchFamily="49" charset="0"/>
              </a:rPr>
              <a:t>Project Environment Provision for dev, test, pre-prod and prod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1400" dirty="0">
                <a:latin typeface="Consolas" panose="020B0609020204030204" pitchFamily="49" charset="0"/>
              </a:rPr>
              <a:t>Setting up identical environments across multiple projects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1400" dirty="0">
                <a:latin typeface="Consolas" panose="020B0609020204030204" pitchFamily="49" charset="0"/>
              </a:rPr>
              <a:t>Deploying Packages and configuring Servers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IN" sz="1600" dirty="0">
              <a:latin typeface="Consolas" panose="020B0609020204030204" pitchFamily="49" charset="0"/>
            </a:endParaRPr>
          </a:p>
          <a:p>
            <a:r>
              <a:rPr lang="en-US" sz="2000" b="1" dirty="0"/>
              <a:t>🧰 </a:t>
            </a:r>
            <a:r>
              <a:rPr lang="en-US" dirty="0">
                <a:latin typeface="Consolas" panose="020B0609020204030204" pitchFamily="49" charset="0"/>
              </a:rPr>
              <a:t>To achieve automation, we use: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Scripting Languages: Bash, Python, PowerShell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Tools: Ansible, Terraform, AWS CloudFormation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DB55464-B4BB-2A52-EE15-DEFA91221538}"/>
              </a:ext>
            </a:extLst>
          </p:cNvPr>
          <p:cNvSpPr/>
          <p:nvPr/>
        </p:nvSpPr>
        <p:spPr>
          <a:xfrm>
            <a:off x="0" y="1091021"/>
            <a:ext cx="12192000" cy="11651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D8749-A51C-7498-4409-53305EDBFBAA}"/>
              </a:ext>
            </a:extLst>
          </p:cNvPr>
          <p:cNvSpPr txBox="1"/>
          <p:nvPr/>
        </p:nvSpPr>
        <p:spPr>
          <a:xfrm>
            <a:off x="0" y="5029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Introduction to AWS Cloud Automation</a:t>
            </a:r>
          </a:p>
        </p:txBody>
      </p:sp>
    </p:spTree>
    <p:extLst>
      <p:ext uri="{BB962C8B-B14F-4D97-AF65-F5344CB8AC3E}">
        <p14:creationId xmlns:p14="http://schemas.microsoft.com/office/powerpoint/2010/main" val="300536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CBD8-EB2C-319D-E3C0-E54B63E1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4D76A5-B2DC-B4F7-7BA4-75B322C643B6}"/>
              </a:ext>
            </a:extLst>
          </p:cNvPr>
          <p:cNvSpPr txBox="1"/>
          <p:nvPr/>
        </p:nvSpPr>
        <p:spPr>
          <a:xfrm>
            <a:off x="105694" y="1223208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onsolas" panose="020B0609020204030204" pitchFamily="49" charset="0"/>
              </a:rPr>
              <a:t>All Scripting Languages and Tools Communicate with AWS services using REST APIs under the hood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onsolas" panose="020B0609020204030204" pitchFamily="49" charset="0"/>
              </a:rPr>
              <a:t>The REST APIs are the core of AWS – they expose every service (EC2, S3, IAM, etc.) as programmable endpoints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onsolas" panose="020B0609020204030204" pitchFamily="49" charset="0"/>
              </a:rPr>
              <a:t>Note: If you are good at REST APIs concept with Authentication and Parsing XML Response then directly use Raw AWS REST APIs for your Automation – Bash with curl command or Python with requests module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0010D7F-C57D-EAFE-F42C-5E3F206803A7}"/>
              </a:ext>
            </a:extLst>
          </p:cNvPr>
          <p:cNvSpPr/>
          <p:nvPr/>
        </p:nvSpPr>
        <p:spPr>
          <a:xfrm>
            <a:off x="0" y="1091021"/>
            <a:ext cx="12192000" cy="11651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25058-61DD-45C4-BAC0-84300C35DCA0}"/>
              </a:ext>
            </a:extLst>
          </p:cNvPr>
          <p:cNvSpPr txBox="1"/>
          <p:nvPr/>
        </p:nvSpPr>
        <p:spPr>
          <a:xfrm>
            <a:off x="0" y="5029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How Automation Works Behind the Scenes 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88D5F0-300F-A135-0A05-55DB22594081}"/>
              </a:ext>
            </a:extLst>
          </p:cNvPr>
          <p:cNvSpPr/>
          <p:nvPr/>
        </p:nvSpPr>
        <p:spPr>
          <a:xfrm>
            <a:off x="3884009" y="4828356"/>
            <a:ext cx="4868698" cy="5859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AWS Infrastructure (or) AWS Services</a:t>
            </a: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758121-75B6-4803-BD07-1A9B77A72443}"/>
              </a:ext>
            </a:extLst>
          </p:cNvPr>
          <p:cNvSpPr/>
          <p:nvPr/>
        </p:nvSpPr>
        <p:spPr>
          <a:xfrm>
            <a:off x="1017639" y="2174019"/>
            <a:ext cx="2111792" cy="62008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AWS Management Console</a:t>
            </a: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CE72FA-3837-B98B-837F-CC1D620B5B2C}"/>
              </a:ext>
            </a:extLst>
          </p:cNvPr>
          <p:cNvSpPr/>
          <p:nvPr/>
        </p:nvSpPr>
        <p:spPr>
          <a:xfrm>
            <a:off x="3884009" y="2195607"/>
            <a:ext cx="2111792" cy="62008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AWSCLI</a:t>
            </a: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362191-0C05-5494-60CA-DDE875AE1CBE}"/>
              </a:ext>
            </a:extLst>
          </p:cNvPr>
          <p:cNvSpPr/>
          <p:nvPr/>
        </p:nvSpPr>
        <p:spPr>
          <a:xfrm>
            <a:off x="6615054" y="2218827"/>
            <a:ext cx="1981248" cy="62008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Boto3</a:t>
            </a: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AEA443-8013-3CF3-96E3-D3E82E987B77}"/>
              </a:ext>
            </a:extLst>
          </p:cNvPr>
          <p:cNvSpPr/>
          <p:nvPr/>
        </p:nvSpPr>
        <p:spPr>
          <a:xfrm>
            <a:off x="9481424" y="2174019"/>
            <a:ext cx="1981248" cy="62008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Terraform</a:t>
            </a: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087CD0-8100-9F56-BD60-829C6177BB5D}"/>
              </a:ext>
            </a:extLst>
          </p:cNvPr>
          <p:cNvSpPr/>
          <p:nvPr/>
        </p:nvSpPr>
        <p:spPr>
          <a:xfrm>
            <a:off x="1647436" y="3595716"/>
            <a:ext cx="9078324" cy="5859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Raw AWS REST APIs</a:t>
            </a: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516E7E43-9C23-31ED-4CC6-8328365F435C}"/>
              </a:ext>
            </a:extLst>
          </p:cNvPr>
          <p:cNvSpPr/>
          <p:nvPr/>
        </p:nvSpPr>
        <p:spPr>
          <a:xfrm>
            <a:off x="1931185" y="2809772"/>
            <a:ext cx="284700" cy="77716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8" name="Arrow: Up-Down 17">
            <a:extLst>
              <a:ext uri="{FF2B5EF4-FFF2-40B4-BE49-F238E27FC236}">
                <a16:creationId xmlns:a16="http://schemas.microsoft.com/office/drawing/2014/main" id="{CAE77411-ED1D-F638-DB3B-A27F76C7D8BE}"/>
              </a:ext>
            </a:extLst>
          </p:cNvPr>
          <p:cNvSpPr/>
          <p:nvPr/>
        </p:nvSpPr>
        <p:spPr>
          <a:xfrm>
            <a:off x="4728674" y="2807662"/>
            <a:ext cx="284700" cy="77716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685AF8D4-9F1A-5D45-8CCD-F2A29BF4385F}"/>
              </a:ext>
            </a:extLst>
          </p:cNvPr>
          <p:cNvSpPr/>
          <p:nvPr/>
        </p:nvSpPr>
        <p:spPr>
          <a:xfrm>
            <a:off x="7463328" y="2815691"/>
            <a:ext cx="284700" cy="81402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782918A4-398A-A6B4-E526-58F01E244E09}"/>
              </a:ext>
            </a:extLst>
          </p:cNvPr>
          <p:cNvSpPr/>
          <p:nvPr/>
        </p:nvSpPr>
        <p:spPr>
          <a:xfrm>
            <a:off x="10304648" y="2800441"/>
            <a:ext cx="284700" cy="81402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BC68D48B-1F78-1631-5C23-C01D88CE9ACB}"/>
              </a:ext>
            </a:extLst>
          </p:cNvPr>
          <p:cNvSpPr/>
          <p:nvPr/>
        </p:nvSpPr>
        <p:spPr>
          <a:xfrm>
            <a:off x="6111790" y="4186282"/>
            <a:ext cx="272148" cy="66682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979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52C2-DC95-DFBA-4477-B9C3B7F8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B8D200-F6AD-FEE7-CDF1-DE375A2BB7A3}"/>
              </a:ext>
            </a:extLst>
          </p:cNvPr>
          <p:cNvSpPr txBox="1"/>
          <p:nvPr/>
        </p:nvSpPr>
        <p:spPr>
          <a:xfrm>
            <a:off x="0" y="1207539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Using Raw AWS REST APIs is complex and time-consuming to write all the logic for signing, sending and parsing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Tools like AWS CLI, Boto3, Ansible, Terraform...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Reduces code length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Handles response as JSON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Handles Pagination, Exceptions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Note: </a:t>
            </a:r>
            <a:r>
              <a:rPr lang="en-US">
                <a:latin typeface="Consolas" panose="020B0609020204030204" pitchFamily="49" charset="0"/>
              </a:rPr>
              <a:t>All AWS Automation </a:t>
            </a:r>
            <a:r>
              <a:rPr lang="en-US" dirty="0">
                <a:latin typeface="Consolas" panose="020B0609020204030204" pitchFamily="49" charset="0"/>
              </a:rPr>
              <a:t>Tools uses Raw AWS REST APIs internally 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0948676-7A30-728B-63CA-1CA787C354DF}"/>
              </a:ext>
            </a:extLst>
          </p:cNvPr>
          <p:cNvSpPr/>
          <p:nvPr/>
        </p:nvSpPr>
        <p:spPr>
          <a:xfrm>
            <a:off x="0" y="1091021"/>
            <a:ext cx="12192000" cy="11651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AEE24-D983-59DA-6BA0-792376BC42E4}"/>
              </a:ext>
            </a:extLst>
          </p:cNvPr>
          <p:cNvSpPr txBox="1"/>
          <p:nvPr/>
        </p:nvSpPr>
        <p:spPr>
          <a:xfrm>
            <a:off x="0" y="50295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❓ BUT… Why Most People Don’t Use Raw AWS REST APIs? </a:t>
            </a:r>
          </a:p>
        </p:txBody>
      </p:sp>
    </p:spTree>
    <p:extLst>
      <p:ext uri="{BB962C8B-B14F-4D97-AF65-F5344CB8AC3E}">
        <p14:creationId xmlns:p14="http://schemas.microsoft.com/office/powerpoint/2010/main" val="297339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7C40-1317-839D-BA81-5901B0E6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9CD508-0584-B04E-BB78-F252DB299834}"/>
              </a:ext>
            </a:extLst>
          </p:cNvPr>
          <p:cNvSpPr txBox="1"/>
          <p:nvPr/>
        </p:nvSpPr>
        <p:spPr>
          <a:xfrm>
            <a:off x="0" y="1207539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Each scripting language has its strengths, but Python is often the top choice for AWS automation. Here's why: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AWS officially Supporting Boto3 SDK, which is Python Module and through which makes it easy to interact with all AWS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Cross-platform  Language: Python works on Linux, macOS, and Windows, and runs well in AWS Lambda, EC2, and container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Huge Ecosystem:  Rich libraries like requests, json, pandas, flask, and </a:t>
            </a:r>
            <a:r>
              <a:rPr lang="en-US" dirty="0" err="1">
                <a:latin typeface="Consolas" panose="020B0609020204030204" pitchFamily="49" charset="0"/>
              </a:rPr>
              <a:t>pytest</a:t>
            </a:r>
            <a:r>
              <a:rPr lang="en-US" dirty="0">
                <a:latin typeface="Consolas" panose="020B0609020204030204" pitchFamily="49" charset="0"/>
              </a:rPr>
              <a:t> make cloud scripting, testing, and reporting super easy.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Readable &amp; Beginner-Friendly: Python has a clean and simple syntax, making it ideal for beginners and professionals alike.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Powerful &amp; Versatile: Python supports API calls, data parsing, automation scripts, and integration with DevOps tools – all in one language.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Note: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Python Boto3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 Raw AWS API Calls  AWS Infrastructure or AWS Services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AA63EC4-7583-FBC6-E7BD-6449299F0F42}"/>
              </a:ext>
            </a:extLst>
          </p:cNvPr>
          <p:cNvSpPr/>
          <p:nvPr/>
        </p:nvSpPr>
        <p:spPr>
          <a:xfrm>
            <a:off x="0" y="1091021"/>
            <a:ext cx="12192000" cy="11651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4AF3F-0CA1-F919-03B5-D4D1FE6EE61E}"/>
              </a:ext>
            </a:extLst>
          </p:cNvPr>
          <p:cNvSpPr txBox="1"/>
          <p:nvPr/>
        </p:nvSpPr>
        <p:spPr>
          <a:xfrm>
            <a:off x="0" y="5029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Why Python for AWS  Cloud Automation ?</a:t>
            </a:r>
          </a:p>
        </p:txBody>
      </p:sp>
    </p:spTree>
    <p:extLst>
      <p:ext uri="{BB962C8B-B14F-4D97-AF65-F5344CB8AC3E}">
        <p14:creationId xmlns:p14="http://schemas.microsoft.com/office/powerpoint/2010/main" val="384906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AF70-FBC9-15B4-6F37-B3375E14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D478C4-BD62-0989-E72B-852EB09FD864}"/>
              </a:ext>
            </a:extLst>
          </p:cNvPr>
          <p:cNvSpPr txBox="1"/>
          <p:nvPr/>
        </p:nvSpPr>
        <p:spPr>
          <a:xfrm>
            <a:off x="0" y="1207539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By the end of this course:</a:t>
            </a:r>
          </a:p>
          <a:p>
            <a:pPr lvl="1">
              <a:lnSpc>
                <a:spcPts val="20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✅ Boto3 Core Concepts like 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Session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esource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aiters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Paginators 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Collections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Filters</a:t>
            </a: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200150" lvl="2" indent="-285750">
              <a:lnSpc>
                <a:spcPts val="2025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Note: I will explain </a:t>
            </a:r>
            <a:r>
              <a:rPr lang="en-US">
                <a:solidFill>
                  <a:srgbClr val="CCCCCC"/>
                </a:solidFill>
                <a:latin typeface="Consolas" panose="020B0609020204030204" pitchFamily="49" charset="0"/>
              </a:rPr>
              <a:t>all these Boto3 Core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concepts with IAM and EC2 Service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9386872-795C-0610-63CD-8540E36F21DF}"/>
              </a:ext>
            </a:extLst>
          </p:cNvPr>
          <p:cNvSpPr/>
          <p:nvPr/>
        </p:nvSpPr>
        <p:spPr>
          <a:xfrm>
            <a:off x="0" y="1091021"/>
            <a:ext cx="12192000" cy="11651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C4FCC-C538-1592-1F96-49F30D4691C8}"/>
              </a:ext>
            </a:extLst>
          </p:cNvPr>
          <p:cNvSpPr txBox="1"/>
          <p:nvPr/>
        </p:nvSpPr>
        <p:spPr>
          <a:xfrm>
            <a:off x="0" y="5029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Course Objective</a:t>
            </a:r>
          </a:p>
        </p:txBody>
      </p:sp>
    </p:spTree>
    <p:extLst>
      <p:ext uri="{BB962C8B-B14F-4D97-AF65-F5344CB8AC3E}">
        <p14:creationId xmlns:p14="http://schemas.microsoft.com/office/powerpoint/2010/main" val="312146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6E74-3AA2-1179-F529-6BEEE906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23D6A9-6D87-5440-0297-1BE4008E2439}"/>
              </a:ext>
            </a:extLst>
          </p:cNvPr>
          <p:cNvSpPr txBox="1"/>
          <p:nvPr/>
        </p:nvSpPr>
        <p:spPr>
          <a:xfrm>
            <a:off x="0" y="1207539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AWS Cloud Account(s) and Knowledge on AWS Services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Practicing requires a system like Windows</a:t>
            </a:r>
            <a:r>
              <a:rPr lang="en-US">
                <a:latin typeface="Consolas" panose="020B0609020204030204" pitchFamily="49" charset="0"/>
              </a:rPr>
              <a:t>, Linux </a:t>
            </a:r>
            <a:r>
              <a:rPr lang="en-US" dirty="0">
                <a:latin typeface="Consolas" panose="020B0609020204030204" pitchFamily="49" charset="0"/>
              </a:rPr>
              <a:t>or an EC2 instance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How to install Python 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How to develop Python Scripts with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Index Operations on List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Key-Value operations on Dictionary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conditions, loops, Functions &amp; Exception Handling (try-except)?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How to install any Python Module/library/package 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latin typeface="Consolas" panose="020B0609020204030204" pitchFamily="49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FFE39AB-8BF3-82E2-FF80-66E537DA631D}"/>
              </a:ext>
            </a:extLst>
          </p:cNvPr>
          <p:cNvSpPr/>
          <p:nvPr/>
        </p:nvSpPr>
        <p:spPr>
          <a:xfrm>
            <a:off x="0" y="1091021"/>
            <a:ext cx="12192000" cy="11651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20652-30D9-5ADE-7C56-AB6F864E5F7A}"/>
              </a:ext>
            </a:extLst>
          </p:cNvPr>
          <p:cNvSpPr txBox="1"/>
          <p:nvPr/>
        </p:nvSpPr>
        <p:spPr>
          <a:xfrm>
            <a:off x="0" y="5029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Baskerville Old Face" panose="02020602080505020303" pitchFamily="18" charset="0"/>
              </a:rPr>
              <a:t>Prerequisites</a:t>
            </a:r>
            <a:endParaRPr lang="en-US" sz="3200" dirty="0">
              <a:solidFill>
                <a:schemeClr val="tx1">
                  <a:lumMod val="95000"/>
                </a:schemeClr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50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11539</TotalTime>
  <Words>568</Words>
  <Application>Microsoft Office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Baskerville Old Face</vt:lpstr>
      <vt:lpstr>Calibri</vt:lpstr>
      <vt:lpstr>Century Gothic</vt:lpstr>
      <vt:lpstr>Consolas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vrtechbymn@outlook.com</dc:creator>
  <cp:lastModifiedBy>VR Technologies</cp:lastModifiedBy>
  <cp:revision>3186</cp:revision>
  <dcterms:created xsi:type="dcterms:W3CDTF">2024-12-08T01:33:10Z</dcterms:created>
  <dcterms:modified xsi:type="dcterms:W3CDTF">2025-05-01T04:43:00Z</dcterms:modified>
</cp:coreProperties>
</file>